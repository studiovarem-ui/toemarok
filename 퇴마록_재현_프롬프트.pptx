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D700"/>
                </a:solidFill>
                <a:latin typeface="맑은 고딕"/>
              </a:defRPr>
            </a:pPr>
            <a:r>
              <a:t>퇴  마  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6644"/>
                </a:solidFill>
                <a:latin typeface="맑은 고딕"/>
              </a:defRPr>
            </a:pPr>
            <a:r>
              <a:t>TOEMAROK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맑은 고딕"/>
              </a:defRPr>
            </a:pPr>
            <a:r>
              <a:t>한국 신화 뱀서라이크 — 재현용 프롬프트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맑은 고딕"/>
              </a:defRPr>
            </a:pPr>
            <a:r>
              <a:t>HTML5 Canvas  •  Pixel Art  •  No External Assets  •  Mobile Optimized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8CB4"/>
                </a:solidFill>
                <a:latin typeface="맑은 고딕"/>
              </a:defRPr>
            </a:pPr>
            <a:r>
              <a:t>github.com/studiovarem-ui/toemarok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맑은 고딕"/>
              </a:defRPr>
            </a:pPr>
            <a:r>
              <a:t>📋 기술 스펙 &amp; 핵심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8C28"/>
                </a:solidFill>
                <a:latin typeface="맑은 고딕"/>
              </a:defRPr>
            </a:pPr>
            <a:r>
              <a:t>▎ 캔버스 &amp; 렌더링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해상도: 400×700 (세로형 모바일)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CSS flex 중앙정렬, image-rendering: pixelated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모든 그래픽 Canvas API 직접 렌더링 (외부 이미지 없음)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F8C28"/>
                </a:solidFill>
                <a:latin typeface="맑은 고딕"/>
              </a:defRPr>
            </a:pPr>
            <a:r>
              <a:t>▎ 게임 상태 머신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82DCFF"/>
                </a:solidFill>
                <a:latin typeface="맑은 고딕"/>
              </a:defRPr>
            </a:pPr>
            <a:r>
              <a:t>  title → charSelect → playing ↔ levelUp → gameOver / victory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F8C28"/>
                </a:solidFill>
                <a:latin typeface="맑은 고딕"/>
              </a:defRPr>
            </a:pPr>
            <a:r>
              <a:t>▎ 오디오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Web Audio API 프로시저럴 사운드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종류: hit, kill, levelup, bomb, pickup, boss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F8C28"/>
                </a:solidFill>
                <a:latin typeface="맑은 고딕"/>
              </a:defRPr>
            </a:pPr>
            <a:r>
              <a:t>▎ 저장 시스템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localStorage: unlocks, bestTime, bestKills, totalClears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DD4444"/>
                </a:solidFill>
                <a:latin typeface="맑은 고딕"/>
              </a:defRPr>
            </a:pPr>
            <a:r>
              <a:t>▎ 모바일 입력 (중요!)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touch-area div (z-index:10) 위에서 터치 이벤트 처리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82DCFF"/>
                </a:solidFill>
                <a:latin typeface="맑은 고딕"/>
              </a:defRPr>
            </a:pPr>
            <a:r>
              <a:t>  • screenToCanvas(): canvas.getBoundingClientRect() 사용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touchstart에서 e.preventDefault() → click 차단됨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4DD44"/>
                </a:solidFill>
                <a:latin typeface="맑은 고딕"/>
              </a:defRPr>
            </a:pPr>
            <a:r>
              <a:t>  • handleTap() 함수로 touch/click 양쪽에서 통합 호출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DD4444"/>
                </a:solidFill>
                <a:latin typeface="맑은 고딕"/>
              </a:defRPr>
            </a:pPr>
            <a:r>
              <a:t>▎ 핵심 버그 방지 패턴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적 고유 uid (enemyIdCounter++) — 배열 index 사용 금지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존/궤도 무기의 _tick 추적은 uid 기반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천둥 슬로우: setTimeout ❌ → 게임타임 타이머 ✅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호밍 투사체: 타겟 사망시 자동 리타겟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적 존 대미지: dmg*dt ❌ → 0.5초 틱 ✅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F8C28"/>
                </a:solidFill>
                <a:latin typeface="맑은 고딕"/>
              </a:defRPr>
            </a:pPr>
            <a:r>
              <a:t>▎ 파일 구조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index.html  /  style.css  /  game.js (~2100줄)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맑은 고딕"/>
              </a:defRPr>
            </a:pPr>
            <a:r>
              <a:t>🎭 캐릭터 6종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시작무기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SPD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ATK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해금조건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퇴마사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균형형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부적(0)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기본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무녀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원거리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신령방울(1)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기본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도깨비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근접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방망이(2)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1클리어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구미호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속도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여우불(3)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3클리어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장군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탱커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신궁(5)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220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5클리어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산신령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소환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천둥(4)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생존900초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스프라이트 디자인 (16-20px 픽셀아트)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퇴마사   하얀 도복, 검은 갓모자, 파란 허리띠, 손에 빨간 부적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무녀      빨간 치마 흰 저고리, 긴 검은 머리+분홍 꽃장식, 손에 금색 방울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도깨비   파란 피부, 금색 뿔, 빨간 눈, 큰 갈색 방망이 (쇠스파이크)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구미호   분홍 한복, 여우귀, 5개 주황꼬리 (흔들림 애니메이션), 여우불 이펙트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장군      갈색 갑옷+금장식, 빨간 투구, 창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산신령   흰 도복, 긴 흰 수염, 녹색 오라, 옆에 주황 호랑이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맑은 고딕"/>
              </a:defRPr>
            </a:pPr>
            <a:r>
              <a:t>⚔️ 무기 8종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쿨타임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진화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부적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projectile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전방 투사체, 레벨=개수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봉인진: 처치시 범위폭발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신령 방울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homing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유도탄 min(lv,3)발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도깨비 방망이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spin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궤도 회전, min(1+lv/2,3)개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여의봉: 3배크기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여우불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zone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불꽃 장판, min(1+lv/2,3)개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삼매화: 9개궤도화염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천둥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thunder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즉발 낙뢰 min(lv,3)대상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뇌신: 5체인+마비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신궁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pierce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관통 화살, lv5=무한관통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용의 숨결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breath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전방 부채꼴, lv3+화상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청룡: 화면관통용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귀살검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slash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전방 베기, lv5:후방도 공격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투사체 렌더링 스타일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부적       회전하는 빨간 카드 + 금색 부적문양 + 잔상 트레일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방울       금색 구슬 + 음파 링 이펙트 (확장되는 원)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방망이    궤도 회전 곤봉 (나무 손잡이 + 쇠머리 + 스파이크) + 궤도링 표시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여우불    다층 불꽃 (#FF4400→#FF8844→#FFCC44→#FFF) + 불씨 파티클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천둥       지그재그 번개 볼트 (fillPath) + 글로우 (반투명 원)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화살       화살촉 삼각형 + 속도선 잔상 (반투명 가로줄)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용숨결    evolved: 큰 파란 드래곤 투사체 (3원 몸통 + 노란 눈)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C8C8C8"/>
                </a:solidFill>
                <a:latin typeface="맑은 고딕"/>
              </a:defRPr>
            </a:pPr>
            <a:r>
              <a:t>귀살검    반달형 슬래시 아크 (ctx.arc stroke) + 흰색 하이라이트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맑은 고딕"/>
              </a:defRPr>
            </a:pPr>
            <a:r>
              <a:t>💎 패시브 8종 &amp; 진화 5종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스탯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레벨당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진화 조합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음양오행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atk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+15%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부적 Lv5 → 봉인진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구미호 가죽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spd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+10%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여우불 Lv5 → 삼매화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풍백 가호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+12%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천둥 Lv5 → 뇌신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황금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exp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+15%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방망이 Lv5 → 여의봉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산삼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regen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3초/lv, 3+lv*2 회복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여의주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cdr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용숨결 Lv5 → 청룡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도깨비감투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dodge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+10%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삼족오 부적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crit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+8%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9144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8C28"/>
                </a:solidFill>
                <a:latin typeface="맑은 고딕"/>
              </a:defRPr>
            </a:pPr>
            <a:r>
              <a:t>▎ 패시브 시각 효과 (중요!)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44DD44"/>
                </a:solidFill>
                <a:latin typeface="맑은 고딕"/>
              </a:defRPr>
            </a:pPr>
            <a:r>
              <a:t>  산삼 회복     초록색 "+N" 숫자 (#44FF44) + 초록 파티클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82DCFF"/>
                </a:solidFill>
                <a:latin typeface="맑은 고딕"/>
              </a:defRPr>
            </a:pPr>
            <a:r>
              <a:t>  회피 발동     "회피!" 하늘색 텍스트 (#88FFFF) + 파란 파티클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FFD700"/>
                </a:solidFill>
                <a:latin typeface="맑은 고딕"/>
              </a:defRPr>
            </a:pPr>
            <a:r>
              <a:t>  크리티컬      "크리!" 노란 라벨 (#FFDD00) + 큰 대미지 숫자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F8C28"/>
                </a:solidFill>
                <a:latin typeface="맑은 고딕"/>
              </a:defRPr>
            </a:pPr>
            <a:r>
              <a:t>▎ 크리티컬 시스템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rollCrit() 함수로 투사체별 개별 판정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크리시 대미지 ×2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DD4444"/>
                </a:solidFill>
                <a:latin typeface="맑은 고딕"/>
              </a:defRPr>
            </a:pPr>
            <a:r>
              <a:t>▎ 진화 조건: 무기 Lv5 + 해당 패시브 보유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AA64FF"/>
                </a:solidFill>
                <a:latin typeface="맑은 고딕"/>
              </a:defRPr>
            </a:pPr>
            <a:r>
              <a:t>  봉인진   부적(0) + 음양오행(0) → 7발 + 처치시 범위폭발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A64FF"/>
                </a:solidFill>
                <a:latin typeface="맑은 고딕"/>
              </a:defRPr>
            </a:pPr>
            <a:r>
              <a:t>  삼매화   여우불(3) + 구미호가죽(1) → 9개 궤도 화염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A64FF"/>
                </a:solidFill>
                <a:latin typeface="맑은 고딕"/>
              </a:defRPr>
            </a:pPr>
            <a:r>
              <a:t>  뇌신      천둥(4) + 풍백가호(2) → 5체인 + 슬로우(1.5초)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A64FF"/>
                </a:solidFill>
                <a:latin typeface="맑은 고딕"/>
              </a:defRPr>
            </a:pPr>
            <a:r>
              <a:t>  여의봉   방망이(2) + 황금(3) → 4궤도 + 넉백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A64FF"/>
                </a:solidFill>
                <a:latin typeface="맑은 고딕"/>
              </a:defRPr>
            </a:pPr>
            <a:r>
              <a:t>  청룡      용숨결(6) + 여의주(5) → 화면 관통 드래곤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맑은 고딕"/>
              </a:defRPr>
            </a:pPr>
            <a:r>
              <a:t>👹 적 8종 + 보스 2종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SPD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DMG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패턴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등장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스프라이트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잡귀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straight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0초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보라 유령, 빨간 눈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도깨불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zigzag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30초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파란 도깨비불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물귀신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aimed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90초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녹색 물괴물, 해초머리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야차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swooper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150초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빨간 악귀, 금색 뿔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강시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tank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210초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청록 관복, 노란 부적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원귀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sniper(투사체)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270초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반투명 흰 유령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삼두구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formation(3동시)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330초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3머리 개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이무기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spiral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400초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녹색 뱀용, 뿔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749039"/>
          <a:ext cx="91440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  <a:gridCol w="1524000"/>
                <a:gridCol w="15240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SPD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DMG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등장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맑은 고딕"/>
                        </a:defRPr>
                      </a:pPr>
                      <a:r>
                        <a:t>패턴</a:t>
                      </a:r>
                    </a:p>
                  </a:txBody>
                  <a:tcPr>
                    <a:solidFill>
                      <a:srgbClr val="321E1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귀왕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450초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추적→돌진→범위폭발+잡귀3소환</a:t>
                      </a:r>
                    </a:p>
                  </a:txBody>
                  <a:tcPr>
                    <a:solidFill>
                      <a:srgbClr val="2D1E1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구미호왕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900초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C8"/>
                          </a:solidFill>
                          <a:latin typeface="맑은 고딕"/>
                        </a:defRPr>
                      </a:pPr>
                      <a:r>
                        <a:t>궤도+유도탄→여우불5장판</a:t>
                      </a:r>
                    </a:p>
                  </a:txBody>
                  <a:tcPr>
                    <a:solidFill>
                      <a:srgbClr val="23191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8C28"/>
                </a:solidFill>
                <a:latin typeface="맑은 고딕"/>
              </a:defRPr>
            </a:pPr>
            <a:r>
              <a:t>▎ 보스 스프라이트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귀왕: 2~3배 크기, 5개 금색 뿔 왕관, 빛나는 주황 눈, 큰 도끼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구미호왕: 거대 9미호, 9개 불꽃 꼬리, 금색 한복, 여우귀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F8C28"/>
                </a:solidFill>
                <a:latin typeface="맑은 고딕"/>
              </a:defRPr>
            </a:pPr>
            <a:r>
              <a:t>▎ 적 공통 시스템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피격 시 흰색 플래시 (hitFlash 0.15초)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대미지 입은 적만 HP바 표시 (16×2px)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사망 시 파티클 폭발 + EXP 오브 드롭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4DD44"/>
                </a:solidFill>
                <a:latin typeface="맑은 고딕"/>
              </a:defRPr>
            </a:pPr>
            <a:r>
              <a:t>  • 구미호왕 처치 → victory 상태 (승리화면)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맑은 고딕"/>
              </a:defRPr>
            </a:pPr>
            <a:r>
              <a:t>⚖️ 밸런스 &amp; 스폰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스폰 레이트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82DCFF"/>
                </a:solidFill>
                <a:latin typeface="맑은 고딕"/>
              </a:defRPr>
            </a:pPr>
            <a:r>
              <a:t>  baseRate = 1.2 + gameTime/60 * 0.6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82DCFF"/>
                </a:solidFill>
                <a:latin typeface="맑은 고딕"/>
              </a:defRPr>
            </a:pPr>
            <a:r>
              <a:t>           + floor(gameTime/60) * 0.3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→ 시작: ~1.2마리/초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→ 5분: ~2.7마리/초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→ 10분: ~4.2마리/초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웨이브 버스트 (30초마다)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82DCFF"/>
                </a:solidFill>
                <a:latin typeface="맑은 고딕"/>
              </a:defRPr>
            </a:pPr>
            <a:r>
              <a:t>  burstCount = 4 + floor(gameTime/60)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→ 잡귀를 원형 배치로 한꺼번에 소환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HP 스케일링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82DCFF"/>
                </a:solidFill>
                <a:latin typeface="맑은 고딕"/>
              </a:defRPr>
            </a:pPr>
            <a:r>
              <a:t>  hpScale = 1 + gameTime/60 * 0.1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→ 10분에 적 HP +100%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맵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반경 1200 원형 맵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40×40 타일, 해시 기반 색상 변화 + 풀/돌 장식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경계 접근시 빨간 원 표시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적 제한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최대 200마리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초과시 가장 먼 적 제거 (sort+pop)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경험치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적 사망 → EXP 오브 드롭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자석 범위 = range × rangeMul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82DCFF"/>
                </a:solidFill>
                <a:latin typeface="맑은 고딕"/>
              </a:defRPr>
            </a:pPr>
            <a:r>
              <a:t>  • expToNext = level*10 + level^1.5 * 5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폭탄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쿨다운 30초, 전체 적 50대미지 (보스 25)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• 금색 화면 플래시 + 파티클 30개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맑은 고딕"/>
              </a:defRPr>
            </a:pPr>
            <a:r>
              <a:t>🎮 UI &amp; 모바일 컨트롤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HUD 레이아웃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좌상단: 타이머 (MM:SS, 금색, 14px)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우상단: 킬 수 (💀 N, 빨간색)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중앙 상단: 현재 적 수 (N 요괴, 회색)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하단 좌: HP바 (100px, 초록/빨강) + Lv 표시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하단: EXP바 (전체 너비, 민트색)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좌하단: 무기 아이콘 (22×22 사각형, 이름+레벨)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우하단: 폭탄 버튼 (원형, 반경 28px)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화면 플래시 이펙트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FF6464"/>
                </a:solidFill>
                <a:latin typeface="맑은 고딕"/>
              </a:defRPr>
            </a:pPr>
            <a:r>
              <a:t>  피격: 빨간색 (0.15초)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FFD700"/>
                </a:solidFill>
                <a:latin typeface="맑은 고딕"/>
              </a:defRPr>
            </a:pPr>
            <a:r>
              <a:t>  폭탄: 금색 (0.5초)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FFD700"/>
                </a:solidFill>
                <a:latin typeface="맑은 고딕"/>
              </a:defRPr>
            </a:pPr>
            <a:r>
              <a:t>  보스 처치: 금색 (0.3초)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FFD700"/>
                </a:solidFill>
                <a:latin typeface="맑은 고딕"/>
              </a:defRPr>
            </a:pPr>
            <a:r>
              <a:t>  승리: 금색 (1.0초)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모바일 컨트롤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이동: 터치 드래그 (조이스틱식, 5px 데드존)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폭탄: 우하단 원형 버튼 터치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메뉴: handleTap()으로 터치/클릭 통합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키보드 컨트롤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이동: 방향키 / WASD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폭탄: 스페이스바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레벨업: 1, 2, 3 키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시작: Enter / Space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폭탄 버튼 렌더링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대기: 금색 글로우 + '부' 글자 + '폭탄' 라벨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쿨다운: 회색 원 + 쿨다운 아크 + 잔여시간 숫자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600" b="1">
                <a:solidFill>
                  <a:srgbClr val="FF8C28"/>
                </a:solidFill>
                <a:latin typeface="맑은 고딕"/>
              </a:defRPr>
            </a:pPr>
            <a:r>
              <a:t>▎ 레벨업 UI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C8C8C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  <a:r>
              <a:t>  반투명 검정 오버레이 + 3장 카드 (110×160px)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A64FF"/>
                </a:solidFill>
                <a:latin typeface="맑은 고딕"/>
              </a:defRPr>
            </a:pPr>
            <a:r>
              <a:t>  진화 카드: 보라색 배경, 금색 텍스트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DD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D4444"/>
                </a:solidFill>
                <a:latin typeface="맑은 고딕"/>
              </a:defRPr>
            </a:pPr>
            <a:r>
              <a:t>📝 재현용 프롬프트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C8C8C8"/>
                </a:solidFill>
                <a:latin typeface="맑은 고딕"/>
              </a:defRPr>
            </a:pPr>
            <a:r>
              <a:t>한국 신화 뱀서라이크(Vampire Survivors류) 게임 "퇴마록"을 HTML5 Canvas 단일 파일(game.js)로 만들어줘.</a:t>
            </a:r>
            <a:br/>
            <a:r>
              <a:t>외부 이미지/라이브러리 없이 Canvas API로 모든 픽셀아트를 직접 그려야 해.</a:t>
            </a:r>
            <a:br/>
            <a:r>
              <a:t>GitHub Pages로 배포할 거야. repo: studiovarem-ui/toemarok</a:t>
            </a:r>
            <a:br/>
            <a:br/>
            <a:r>
              <a:t>## 기술 스펙</a:t>
            </a:r>
            <a:br/>
            <a:r>
              <a:t>- 캔버스: 400×700, CSS flex 중앙정렬, image-rendering: pixelated</a:t>
            </a:r>
            <a:br/>
            <a:r>
              <a:t>- 모바일 최적화: touch-area div(z-index:10), canvas.getBoundingClientRect()로 좌표 변환</a:t>
            </a:r>
            <a:br/>
            <a:r>
              <a:t>- touchstart에서 e.preventDefault() 사용하므로 click 이벤트 차단됨 → handleTap() 함수를 만들어서 touchstart와 click 양쪽에서 호출</a:t>
            </a:r>
            <a:br/>
            <a:r>
              <a:t>- 상태: title → charSelect → playing ↔ levelUp → gameOver / victory</a:t>
            </a:r>
            <a:br/>
            <a:r>
              <a:t>- Web Audio API로 효과음 (hit, kill, levelup, bomb, pickup, boss)</a:t>
            </a:r>
            <a:br/>
            <a:r>
              <a:t>- localStorage 저장 (unlocks, bestTime, bestKills, totalClears)</a:t>
            </a:r>
            <a:br/>
            <a:br/>
            <a:r>
              <a:t>## 캐릭터 6종 (각각 고유 픽셀아트 스프라이트 함수)</a:t>
            </a:r>
            <a:br/>
            <a:r>
              <a:t>퇴마사(균형, 부적(0), HP:150 SPD:130 ATK:1.2 RANGE:50, 기본해금)</a:t>
            </a:r>
            <a:br/>
            <a:r>
              <a:t>무녀(원거리, 신령방울(1), HP:120 SPD:120 ATK:1.3 RANGE:60, 기본해금)</a:t>
            </a:r>
            <a:br/>
            <a:r>
              <a:t>도깨비(근접, 방망이(2), HP:180 SPD:110 ATK:1.5 RANGE:40, 1클리어)</a:t>
            </a:r>
            <a:br/>
            <a:r>
              <a:t>구미호(속도, 여우불(3), HP:100 SPD:170 ATK:1.1 RANGE:45, 3클리어)</a:t>
            </a:r>
            <a:br/>
            <a:r>
              <a:t>장군(탱커, 신궁(5), HP:220 SPD:100 ATK:1.2 RANGE:35, 5클리어)</a:t>
            </a:r>
            <a:br/>
            <a:r>
              <a:t>산신령(소환, 천둥(4), HP:130 SPD:110 ATK:1.4 RANGE:70, 생존900초)</a:t>
            </a:r>
            <a:br/>
            <a:br/>
            <a:r>
              <a:t>각 캐릭터는 16-20px 상세 픽셀아트: 퇴마사(하얀 도복+검은 갓+부적), 무녀(빨간치마+꽃장식+방울),</a:t>
            </a:r>
            <a:br/>
            <a:r>
              <a:t>도깨비(파란피부+금뿔+방망이), 구미호(분홍한복+5꼬리애니+여우불),</a:t>
            </a:r>
            <a:br/>
            <a:r>
              <a:t>장군(갈색갑옷+빨간투구+창), 산신령(흰도복+흰수염+녹색오라+호랑이)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DD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D4444"/>
                </a:solidFill>
                <a:latin typeface="맑은 고딕"/>
              </a:defRPr>
            </a:pPr>
            <a:r>
              <a:t>📝 재현용 프롬프트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C8C8C8"/>
                </a:solidFill>
                <a:latin typeface="맑은 고딕"/>
              </a:defRPr>
            </a:pPr>
            <a:r>
              <a:t>## 무기 8종</a:t>
            </a:r>
            <a:br/>
            <a:r>
              <a:t>부적(projectile,cd:0.5,레벨=개수,evolved:7발+처치시범위폭발) / 신령방울(homing,cd:0.8,min(lv,3)발)</a:t>
            </a:r>
            <a:br/>
            <a:r>
              <a:t>도깨비방망이(spin,cd:1.0,궤도회전,min(1+lv/2,3)개,evolved:4개+넉백) / 여우불(zone,cd:1.5,evolved:9궤도화염)</a:t>
            </a:r>
            <a:br/>
            <a:r>
              <a:t>천둥(thunder,cd:1.2,즉발min(lv,3)대상,evolved:5체인+슬로우1.5초 게임타임기반)</a:t>
            </a:r>
            <a:br/>
            <a:r>
              <a:t>신궁(pierce,cd:0.6,min(lv,3)발,lv5:무한관통) / 용의숨결(breath,cd:1.8,부채꼴,lv3+화상,evolved:관통드래곤)</a:t>
            </a:r>
            <a:br/>
            <a:r>
              <a:t>귀살검(slash,cd:0.4,전방베기,lv5:후방도공격)</a:t>
            </a:r>
            <a:br/>
            <a:br/>
            <a:r>
              <a:t>투사체별 개별 크리티컬 판정(rollCrit()), 크리시 "크리!" + 대미지×2</a:t>
            </a:r>
            <a:br/>
            <a:br/>
            <a:r>
              <a:t>## 패시브 8종: 음양오행(atk+15%), 구미호가죽(spd+10%), 풍백가호(range+12%), 황금(exp+15%),</a:t>
            </a:r>
            <a:br/>
            <a:r>
              <a:t>산삼(regen: 3초/lv간격, 3+lv*2회복, 초록숫자+파티클), 여의주(cdr-8%),</a:t>
            </a:r>
            <a:br/>
            <a:r>
              <a:t>도깨비감투(dodge+10%, "회피!"텍스트+파란파티클), 삼족오부적(crit+8%, "크리!"텍스트)</a:t>
            </a:r>
            <a:br/>
            <a:br/>
            <a:r>
              <a:t>## 진화: 부적+음양오행=봉인진 / 여우불+구미호가죽=삼매화 / 천둥+풍백가호=뇌신</a:t>
            </a:r>
            <a:br/>
            <a:r>
              <a:t>방망이+황금=여의봉 / 용숨결+여의주=청룡</a:t>
            </a:r>
            <a:br/>
            <a:br/>
            <a:r>
              <a:t>## 적 8종: 잡귀(hp:2,spd:65,dmg:2,straight,0초) 도깨불(4,50,4,zigzag,30초)</a:t>
            </a:r>
            <a:br/>
            <a:r>
              <a:t>물귀신(6,40,4,aimed,90초) 야차(5,100,5,swooper,150초) 강시(16,30,6,tank,210초)</a:t>
            </a:r>
            <a:br/>
            <a:r>
              <a:t>원귀(6,18,4,sniper투사체,270초) 삼두구(3,55,3,formation3마리,330초) 이무기(12,45,5,spiral,400초)</a:t>
            </a:r>
            <a:br/>
            <a:br/>
            <a:r>
              <a:t>## 보스: 귀왕(HP:200,SPD:35,DMG:12,450초,추적→돌진→폭발+소환)</a:t>
            </a:r>
            <a:br/>
            <a:r>
              <a:t>구미호왕(HP:500,SPD:30,DMG:15,900초,궤도+유도탄→여우불장판, 처치시 victory화면)</a:t>
            </a:r>
            <a:br/>
            <a:br/>
            <a:r>
              <a:t>## 밸런스: 스폰=1.2+gameTime/60*0.6+floor(gameTime/60)*0.3</a:t>
            </a:r>
            <a:br/>
            <a:r>
              <a:t>웨이브30초마다=4+floor(gameTime/60), HP스케일=1+gameTime/60*0.1</a:t>
            </a:r>
            <a:br/>
            <a:r>
              <a:t>맵반경1200, 적max200(먼적제거), 폭탄cd30초(전체50대미지,보스25)</a:t>
            </a:r>
            <a:br/>
            <a:br/>
            <a:r>
              <a:t>## 버그방지: 적uid사용(_tick추적), 천둥슬로우=게임타임타이머(setTimeout금지),</a:t>
            </a:r>
            <a:br/>
            <a:r>
              <a:t>호밍리타겟, 적존대미지=0.5초틱(dmg*dt금지)</a:t>
            </a:r>
            <a:br/>
            <a:br/>
            <a:r>
              <a:t>game.js가 길면 여러 파트로 나눠서 cat &gt;&gt;으로 이어붙여.</a:t>
            </a:r>
            <a:br/>
            <a:r>
              <a:t>완성 후 GitHub Pages 배포.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FFD700"/>
                </a:solidFill>
                <a:latin typeface="맑은 고딕"/>
              </a:defRPr>
            </a:pPr>
            <a:r>
              <a:t>퇴마록 재현 가이드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</a:p>
          <a:p>
            <a:pPr algn="ctr">
              <a:spcAft>
                <a:spcPts val="200"/>
              </a:spcAft>
              <a:defRPr sz="1600" b="0">
                <a:solidFill>
                  <a:srgbClr val="C8C8C8"/>
                </a:solidFill>
                <a:latin typeface="맑은 고딕"/>
              </a:defRPr>
            </a:pPr>
            <a:r>
              <a:t>이 프롬프트로 동일한 게임을 처음부터 재현할 수 있습니다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8C8C8"/>
                </a:solidFill>
                <a:latin typeface="맑은 고딕"/>
              </a:defRPr>
            </a:pPr>
          </a:p>
          <a:p>
            <a:pPr algn="ctr">
              <a:spcAft>
                <a:spcPts val="200"/>
              </a:spcAft>
              <a:defRPr sz="1400" b="0">
                <a:solidFill>
                  <a:srgbClr val="969696"/>
                </a:solidFill>
                <a:latin typeface="맑은 고딕"/>
              </a:defRPr>
            </a:pPr>
            <a:r>
              <a:t>📁  3 파일: index.html + style.css + game.js (~2100줄)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969696"/>
                </a:solidFill>
                <a:latin typeface="맑은 고딕"/>
              </a:defRPr>
            </a:pPr>
            <a:r>
              <a:t>🎭  6 캐릭터  •  ⚔️ 8 무기  •  💎 8 패시브  •  🔄 5 진화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969696"/>
                </a:solidFill>
                <a:latin typeface="맑은 고딕"/>
              </a:defRPr>
            </a:pPr>
            <a:r>
              <a:t>👹  8 적 타입  •  💀 2 보스  •  🏆 승리 화면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C8C8C8"/>
                </a:solidFill>
                <a:latin typeface="맑은 고딕"/>
              </a:defRPr>
            </a:pPr>
          </a:p>
          <a:p>
            <a:pPr algn="ctr">
              <a:spcAft>
                <a:spcPts val="200"/>
              </a:spcAft>
              <a:defRPr sz="1400" b="0">
                <a:solidFill>
                  <a:srgbClr val="64B4FF"/>
                </a:solidFill>
                <a:latin typeface="맑은 고딕"/>
              </a:defRPr>
            </a:pPr>
            <a:r>
              <a:t>studiovarem-ui.github.io/toemarok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